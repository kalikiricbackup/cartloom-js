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10160">
            <a:solidFill>
              <a:srgbClr val="20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8496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CARTLOOM  /  PLATFORM OVERVIEW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SYSTEM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698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19786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client-side React storefront organized around reusable UI, guarded navigation, state, and API services.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19104" y="393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856232"/>
            <a:ext cx="2340864" cy="1865376"/>
          </a:xfrm>
          <a:prstGeom prst="roundRect">
            <a:avLst>
              <a:gd name="adj" fmla="val 6863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039112"/>
            <a:ext cx="50292" cy="274320"/>
          </a:xfrm>
          <a:prstGeom prst="roundRect">
            <a:avLst>
              <a:gd name="adj" fmla="val 54545"/>
            </a:avLst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2082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EXPERIENCE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38658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application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84932"/>
            <a:ext cx="64008" cy="64008"/>
          </a:xfrm>
          <a:prstGeom prst="ellipse">
            <a:avLst/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889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 and layouts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3140964"/>
            <a:ext cx="64008" cy="64008"/>
          </a:xfrm>
          <a:prstGeom prst="ellipse">
            <a:avLst/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044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+ presenters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3396996"/>
            <a:ext cx="64008" cy="64008"/>
          </a:xfrm>
          <a:prstGeom prst="ellipse">
            <a:avLst/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3009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UI components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0128" y="1856232"/>
            <a:ext cx="2340864" cy="1865376"/>
          </a:xfrm>
          <a:prstGeom prst="roundRect">
            <a:avLst>
              <a:gd name="adj" fmla="val 6863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83864" y="2039112"/>
            <a:ext cx="50292" cy="274320"/>
          </a:xfrm>
          <a:prstGeom prst="roundRect">
            <a:avLst>
              <a:gd name="adj" fmla="val 54545"/>
            </a:avLst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1024" y="202082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APP CORE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93008" y="238658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+ state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11296" y="2884932"/>
            <a:ext cx="64008" cy="64008"/>
          </a:xfrm>
          <a:prstGeom prst="ellipse">
            <a:avLst/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27889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Router routes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11296" y="3140964"/>
            <a:ext cx="64008" cy="64008"/>
          </a:xfrm>
          <a:prstGeom prst="ellipse">
            <a:avLst/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3044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Redux: auth / cart / wishlist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11296" y="3396996"/>
            <a:ext cx="64008" cy="64008"/>
          </a:xfrm>
          <a:prstGeom prst="ellipse">
            <a:avLst/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33009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 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98464" y="1856232"/>
            <a:ext cx="2340864" cy="1865376"/>
          </a:xfrm>
          <a:prstGeom prst="roundRect">
            <a:avLst>
              <a:gd name="adj" fmla="val 6863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039112"/>
            <a:ext cx="50292" cy="274320"/>
          </a:xfrm>
          <a:prstGeom prst="roundRect">
            <a:avLst>
              <a:gd name="adj" fmla="val 54545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02082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SERVICES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1344" y="238658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integration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99632" y="2884932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27889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service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9632" y="3140964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3044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+ address services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9632" y="3396996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33009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Axios client + interceptors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86800" y="1856232"/>
            <a:ext cx="2880360" cy="1865376"/>
          </a:xfrm>
          <a:prstGeom prst="roundRect">
            <a:avLst>
              <a:gd name="adj" fmla="val 6863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0536" y="2039112"/>
            <a:ext cx="50292" cy="274320"/>
          </a:xfrm>
          <a:prstGeom prst="roundRect">
            <a:avLst>
              <a:gd name="adj" fmla="val 54545"/>
            </a:avLst>
          </a:prstGeom>
          <a:solidFill>
            <a:srgbClr val="53D89A"/>
          </a:solidFill>
          <a:ln w="12700">
            <a:solidFill>
              <a:srgbClr val="53D89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97696" y="20208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53D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EXTERNAL API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69680" y="23865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ShopKart API over HTTPS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887968" y="2884932"/>
            <a:ext cx="64008" cy="64008"/>
          </a:xfrm>
          <a:prstGeom prst="ellipse">
            <a:avLst/>
          </a:prstGeom>
          <a:solidFill>
            <a:srgbClr val="53D89A"/>
          </a:solidFill>
          <a:ln w="12700">
            <a:solidFill>
              <a:srgbClr val="53D89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278892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+ registration endpoints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887968" y="3140964"/>
            <a:ext cx="64008" cy="64008"/>
          </a:xfrm>
          <a:prstGeom prst="ellipse">
            <a:avLst/>
          </a:prstGeom>
          <a:solidFill>
            <a:srgbClr val="53D89A"/>
          </a:solidFill>
          <a:ln w="12700">
            <a:solidFill>
              <a:srgbClr val="53D89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3044952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and account requests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887968" y="3396996"/>
            <a:ext cx="64008" cy="64008"/>
          </a:xfrm>
          <a:prstGeom prst="ellipse">
            <a:avLst/>
          </a:prstGeom>
          <a:solidFill>
            <a:srgbClr val="53D89A"/>
          </a:solidFill>
          <a:ln w="12700">
            <a:solidFill>
              <a:srgbClr val="53D89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330098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host configured in client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90088" y="2779776"/>
            <a:ext cx="237744" cy="0"/>
          </a:xfrm>
          <a:prstGeom prst="line">
            <a:avLst/>
          </a:prstGeom>
          <a:noFill/>
          <a:ln w="21590">
            <a:solidFill>
              <a:srgbClr val="4B8DF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678424" y="2779776"/>
            <a:ext cx="237744" cy="0"/>
          </a:xfrm>
          <a:prstGeom prst="line">
            <a:avLst/>
          </a:prstGeom>
          <a:noFill/>
          <a:ln w="21590">
            <a:solidFill>
              <a:srgbClr val="4B8DF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366760" y="2779776"/>
            <a:ext cx="237744" cy="0"/>
          </a:xfrm>
          <a:prstGeom prst="line">
            <a:avLst/>
          </a:prstGeom>
          <a:noFill/>
          <a:ln w="21590">
            <a:solidFill>
              <a:srgbClr val="4B8DF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1792" y="4041648"/>
            <a:ext cx="5276088" cy="1362456"/>
          </a:xfrm>
          <a:prstGeom prst="roundRect">
            <a:avLst>
              <a:gd name="adj" fmla="val 9396"/>
            </a:avLst>
          </a:prstGeom>
          <a:solidFill>
            <a:srgbClr val="0A1C33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104" y="4233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PERSISTENCE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2104" y="45537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storage currently holds access token, refresh token, and display name.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2104" y="4983480"/>
            <a:ext cx="4617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Convenience persistence only; it is not a secure session boundary.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53912" y="4041648"/>
            <a:ext cx="5413248" cy="1362456"/>
          </a:xfrm>
          <a:prstGeom prst="roundRect">
            <a:avLst>
              <a:gd name="adj" fmla="val 9396"/>
            </a:avLst>
          </a:prstGeom>
          <a:solidFill>
            <a:srgbClr val="0A1C33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4233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PATH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73368" y="4553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action  &gt;  Redux / service  &gt;  Axios  &gt;  API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73368" y="4983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contains the frontend; server-side implementation is outside this codebase.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0936" y="5742432"/>
            <a:ext cx="2148840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4D4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" y="5747004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ARCHITECTURE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999232" y="575157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gating is a UX layer; API authorization must be enforced by the server.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698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19786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TypeScript single-page application using established React ecosystem libraries and service boundaries.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19104" y="393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874520"/>
            <a:ext cx="5349240" cy="1572768"/>
          </a:xfrm>
          <a:prstGeom prst="roundRect">
            <a:avLst>
              <a:gd name="adj" fmla="val 8140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93976"/>
            <a:ext cx="50292" cy="310896"/>
          </a:xfrm>
          <a:prstGeom prst="roundRect">
            <a:avLst>
              <a:gd name="adj" fmla="val 54545"/>
            </a:avLst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756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5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&amp;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" y="247802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19 + TypeScript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2898648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Component-driven storefront, typed props and service contracts, reusable CSS components, responsive page layouts.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9632" y="1874520"/>
            <a:ext cx="5367528" cy="1572768"/>
          </a:xfrm>
          <a:prstGeom prst="roundRect">
            <a:avLst>
              <a:gd name="adj" fmla="val 8140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093976"/>
            <a:ext cx="50292" cy="310896"/>
          </a:xfrm>
          <a:prstGeom prst="roundRect">
            <a:avLst>
              <a:gd name="adj" fmla="val 54545"/>
            </a:avLst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075688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5" kern="0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&amp; NAVIGATION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28232" y="247802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Redux Toolkit + React Router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2898648"/>
            <a:ext cx="4910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Redux slices for auth, cart, and wishlist; React Redux hooks; route composition with protected account pages.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675888"/>
            <a:ext cx="5349240" cy="1572768"/>
          </a:xfrm>
          <a:prstGeom prst="roundRect">
            <a:avLst>
              <a:gd name="adj" fmla="val 8140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95344"/>
            <a:ext cx="50292" cy="310896"/>
          </a:xfrm>
          <a:prstGeom prst="roundRect">
            <a:avLst>
              <a:gd name="adj" fmla="val 54545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8770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5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&amp;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" y="42793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Axios + service modules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" y="4700016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product, home, and address services use a shared Axios client with loading and error interceptors.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3675888"/>
            <a:ext cx="5367528" cy="1572768"/>
          </a:xfrm>
          <a:prstGeom prst="roundRect">
            <a:avLst>
              <a:gd name="adj" fmla="val 8140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895344"/>
            <a:ext cx="50292" cy="310896"/>
          </a:xfrm>
          <a:prstGeom prst="roundRect">
            <a:avLst>
              <a:gd name="adj" fmla="val 54545"/>
            </a:avLst>
          </a:prstGeom>
          <a:solidFill>
            <a:srgbClr val="53D89A"/>
          </a:solidFill>
          <a:ln w="12700">
            <a:solidFill>
              <a:srgbClr val="53D89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3877056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5" kern="0" dirty="0">
                <a:solidFill>
                  <a:srgbClr val="53D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&amp; TEST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28232" y="4279392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React App + Jest / RTL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28232" y="4700016"/>
            <a:ext cx="4910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react-scripts build and test scripts; React Testing Library, Jest, and TypeScript compiler tooling.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" y="5541264"/>
            <a:ext cx="10945368" cy="566928"/>
          </a:xfrm>
          <a:prstGeom prst="roundRect">
            <a:avLst>
              <a:gd name="adj" fmla="val 22581"/>
            </a:avLst>
          </a:prstGeom>
          <a:solidFill>
            <a:srgbClr val="0A1C33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" y="57150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NOTE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48256" y="5660136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repository only; API host is configured in the Axios client. No backend or payment processor is included here.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TRUST BOUNDARIES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698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posture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19786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client-side safeguards are useful for the demo, but they do not replace server-side identity and access control.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19104" y="393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847088"/>
            <a:ext cx="5257800" cy="3602736"/>
          </a:xfrm>
          <a:prstGeom prst="roundRect">
            <a:avLst>
              <a:gd name="adj" fmla="val 3553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21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PLACE IN THE 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86968" y="2624328"/>
            <a:ext cx="1344168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4D4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628900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04872" y="2615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API base URL uses HTTPS.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" y="3255264"/>
            <a:ext cx="1344168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4D4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259836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auth header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04872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Axios reads the access token and attaches it to requests.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" y="3886200"/>
            <a:ext cx="1344168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4D4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890772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routes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04872" y="3877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Redux auth state gates wishlist and account pages.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6968" y="4517136"/>
            <a:ext cx="1344168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4D4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521708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feedback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04872" y="4507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validate required fields and show API errors.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4768" y="1847088"/>
            <a:ext cx="5422392" cy="3602736"/>
          </a:xfrm>
          <a:prstGeom prst="roundRect">
            <a:avLst>
              <a:gd name="adj" fmla="val 3553"/>
            </a:avLst>
          </a:prstGeom>
          <a:solidFill>
            <a:srgbClr val="142C49"/>
          </a:solidFill>
          <a:ln w="10160">
            <a:solidFill>
              <a:srgbClr val="744D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12140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GAPS / PRODUCTION PRIORITIES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19088" y="2683764"/>
            <a:ext cx="64008" cy="64008"/>
          </a:xfrm>
          <a:prstGeom prst="ellipse">
            <a:avLst/>
          </a:prstGeom>
          <a:solidFill>
            <a:srgbClr val="FF7D7D"/>
          </a:solidFill>
          <a:ln w="12700">
            <a:solidFill>
              <a:srgbClr val="FF7D7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587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+ refresh tokens are stored in localStorage.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19088" y="3168396"/>
            <a:ext cx="64008" cy="64008"/>
          </a:xfrm>
          <a:prstGeom prst="ellipse">
            <a:avLst/>
          </a:prstGeom>
          <a:solidFill>
            <a:srgbClr val="FF7D7D"/>
          </a:solidFill>
          <a:ln w="12700">
            <a:solidFill>
              <a:srgbClr val="FF7D7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0723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role-based authorization is modeled in current routes.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19088" y="3653028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5570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UI is not connected to server-side verification.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19088" y="4137660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041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Refresh-token rotation, expiry, and logout lifecycle need backend support.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19088" y="4622292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526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authorization and sensitive payment data are out of scope.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" y="5623560"/>
            <a:ext cx="10945368" cy="512064"/>
          </a:xfrm>
          <a:prstGeom prst="roundRect">
            <a:avLst>
              <a:gd name="adj" fmla="val 25000"/>
            </a:avLst>
          </a:prstGeom>
          <a:solidFill>
            <a:srgbClr val="0A1C33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7881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3D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029968" y="57332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permissions on the API; use secure session handling; validate OTP server-side; never treat client route guards as authorization.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58368" y="619963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is based on this frontend repository; it is not a penetration test or backend security review.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CUSTOMER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698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19786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supplied wireframe defines the intended end-to-end experience; current implementation status is called out below.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19104" y="393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92808"/>
            <a:ext cx="429768" cy="429768"/>
          </a:xfrm>
          <a:prstGeom prst="ellipse">
            <a:avLst/>
          </a:prstGeom>
          <a:solidFill>
            <a:srgbClr val="142C49"/>
          </a:solidFill>
          <a:ln w="15240">
            <a:solidFill>
              <a:srgbClr val="44D4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47672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0684" y="2350008"/>
            <a:ext cx="0" cy="393192"/>
          </a:xfrm>
          <a:prstGeom prst="line">
            <a:avLst/>
          </a:prstGeom>
          <a:noFill/>
          <a:ln w="13970">
            <a:solidFill>
              <a:srgbClr val="264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18790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07592" y="2157984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create profile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779776"/>
            <a:ext cx="429768" cy="429768"/>
          </a:xfrm>
          <a:prstGeom prst="ellipse">
            <a:avLst/>
          </a:prstGeom>
          <a:solidFill>
            <a:srgbClr val="142C49"/>
          </a:solidFill>
          <a:ln w="15240">
            <a:solidFill>
              <a:srgbClr val="4B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34640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0684" y="3236976"/>
            <a:ext cx="0" cy="393192"/>
          </a:xfrm>
          <a:prstGeom prst="line">
            <a:avLst/>
          </a:prstGeom>
          <a:noFill/>
          <a:ln w="13970">
            <a:solidFill>
              <a:srgbClr val="264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27660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07592" y="304495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&gt; listing &gt; details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666744"/>
            <a:ext cx="429768" cy="429768"/>
          </a:xfrm>
          <a:prstGeom prst="ellipse">
            <a:avLst/>
          </a:prstGeom>
          <a:solidFill>
            <a:srgbClr val="142C49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21608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0684" y="4123944"/>
            <a:ext cx="0" cy="393192"/>
          </a:xfrm>
          <a:prstGeom prst="line">
            <a:avLst/>
          </a:prstGeom>
          <a:noFill/>
          <a:ln w="13970">
            <a:solidFill>
              <a:srgbClr val="2642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36530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07592" y="393192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&gt; address &gt; payment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553712"/>
            <a:ext cx="429768" cy="429768"/>
          </a:xfrm>
          <a:prstGeom prst="ellipse">
            <a:avLst/>
          </a:prstGeom>
          <a:solidFill>
            <a:srgbClr val="142C49"/>
          </a:solidFill>
          <a:ln w="15240">
            <a:solidFill>
              <a:srgbClr val="53D8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608576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D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07592" y="453999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3D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ORDER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07592" y="481888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&gt; orders &gt; profile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4088" y="5486400"/>
            <a:ext cx="1554480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B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49097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JOURNEY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23160" y="5504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Wireframe includes OTP, payment, delivery tracking, and order details.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15584" y="1828800"/>
            <a:ext cx="5742432" cy="3803904"/>
          </a:xfrm>
          <a:prstGeom prst="roundRect">
            <a:avLst>
              <a:gd name="adj" fmla="val 2885"/>
            </a:avLst>
          </a:prstGeom>
          <a:solidFill>
            <a:srgbClr val="0A1C33"/>
          </a:solidFill>
          <a:ln w="10160">
            <a:solidFill>
              <a:srgbClr val="264260"/>
            </a:solidFill>
            <a:prstDash val="solid"/>
          </a:ln>
        </p:spPr>
      </p:sp>
      <p:pic>
        <p:nvPicPr>
          <p:cNvPr id="29" name="Image 0" descr="C:\Users\kalikiri.reddy\AppData\Roaming\Code\agentSessionData\d2cfa03e-bed7-4d64-9e33-0d64f9d7509e\attachments\d0561275-8775-44f0-8080-0cec58a1f497\image (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1929384"/>
            <a:ext cx="5541264" cy="359359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879592" y="5705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Provided wireframe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04088" y="59893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currently uses email/password; OTP and checkout/payment are not wired end-to-end.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IDENTITY &amp; ACCESS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698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logins &amp;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19786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the app distinguishes guest from authenticated customer; it does not implement role-based access control.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19104" y="393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883664"/>
            <a:ext cx="3456432" cy="3127248"/>
          </a:xfrm>
          <a:prstGeom prst="roundRect">
            <a:avLst>
              <a:gd name="adj" fmla="val 4094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157984"/>
            <a:ext cx="960120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4D4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6255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633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Guest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" y="30998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authenticated session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5256" y="3671316"/>
            <a:ext cx="64008" cy="64008"/>
          </a:xfrm>
          <a:prstGeom prst="ellipse">
            <a:avLst/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53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home and product catalog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" y="4146804"/>
            <a:ext cx="64008" cy="64008"/>
          </a:xfrm>
          <a:prstGeom prst="ellipse">
            <a:avLst/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05079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product details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256" y="4622292"/>
            <a:ext cx="64008" cy="64008"/>
          </a:xfrm>
          <a:prstGeom prst="ellipse">
            <a:avLst/>
          </a:prstGeom>
          <a:solidFill>
            <a:srgbClr val="44D4D0"/>
          </a:solidFill>
          <a:ln w="12700">
            <a:solidFill>
              <a:srgbClr val="44D4D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452628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or register to continue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61688" y="1883664"/>
            <a:ext cx="3456432" cy="3127248"/>
          </a:xfrm>
          <a:prstGeom prst="roundRect">
            <a:avLst>
              <a:gd name="adj" fmla="val 4094"/>
            </a:avLst>
          </a:prstGeom>
          <a:solidFill>
            <a:srgbClr val="10243E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2157984"/>
            <a:ext cx="1481328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4B8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162556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36008" y="2633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45152" y="30998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Email/password via auth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3671316"/>
            <a:ext cx="64008" cy="64008"/>
          </a:xfrm>
          <a:prstGeom prst="ellipse">
            <a:avLst/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35753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wishlist and profile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5152" y="4146804"/>
            <a:ext cx="64008" cy="64008"/>
          </a:xfrm>
          <a:prstGeom prst="ellipse">
            <a:avLst/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405079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orders and addresses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5152" y="4622292"/>
            <a:ext cx="64008" cy="64008"/>
          </a:xfrm>
          <a:prstGeom prst="ellipse">
            <a:avLst/>
          </a:prstGeom>
          <a:solidFill>
            <a:srgbClr val="4B8DFF"/>
          </a:solidFill>
          <a:ln w="12700">
            <a:solidFill>
              <a:srgbClr val="4B8D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452628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Redux auth state gates protected routes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01584" y="1883664"/>
            <a:ext cx="3465576" cy="3127248"/>
          </a:xfrm>
          <a:prstGeom prst="roundRect">
            <a:avLst>
              <a:gd name="adj" fmla="val 4094"/>
            </a:avLst>
          </a:prstGeom>
          <a:solidFill>
            <a:srgbClr val="142C49"/>
          </a:solidFill>
          <a:ln w="10160">
            <a:solidFill>
              <a:srgbClr val="744D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5904" y="2157984"/>
            <a:ext cx="1554480" cy="283464"/>
          </a:xfrm>
          <a:prstGeom prst="roundRect">
            <a:avLst>
              <a:gd name="adj" fmla="val 38710"/>
            </a:avLst>
          </a:prstGeom>
          <a:solidFill>
            <a:srgbClr val="0A1C33"/>
          </a:solidFill>
          <a:ln w="8890">
            <a:solidFill>
              <a:srgbClr val="FFC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7344" y="216255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IMPLEMENTED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75904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/ seller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85048" y="3099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role claim or role guard found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85048" y="3671316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35753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admin or seller routes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85048" y="4146804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405079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role-specific permissions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85048" y="4622292"/>
            <a:ext cx="64008" cy="640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452628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infer authorization from UI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5321808"/>
            <a:ext cx="10945368" cy="768096"/>
          </a:xfrm>
          <a:prstGeom prst="roundRect">
            <a:avLst>
              <a:gd name="adj" fmla="val 16667"/>
            </a:avLst>
          </a:prstGeom>
          <a:solidFill>
            <a:srgbClr val="0A1C33"/>
          </a:solidFill>
          <a:ln w="10160">
            <a:solidFill>
              <a:srgbClr val="2642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" y="55869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4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SEQUENCE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13432" y="551383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313432" y="571500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/auth/login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050792" y="5815584"/>
            <a:ext cx="100584" cy="0"/>
          </a:xfrm>
          <a:prstGeom prst="line">
            <a:avLst/>
          </a:prstGeom>
          <a:noFill/>
          <a:ln w="21590">
            <a:solidFill>
              <a:srgbClr val="26426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279392" y="551383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79392" y="571500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access + refresh tokens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6428232" y="5815584"/>
            <a:ext cx="256032" cy="0"/>
          </a:xfrm>
          <a:prstGeom prst="line">
            <a:avLst/>
          </a:prstGeom>
          <a:noFill/>
          <a:ln w="21590">
            <a:solidFill>
              <a:srgbClr val="264260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812280" y="551383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571500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in localStorage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8549640" y="5815584"/>
            <a:ext cx="548640" cy="0"/>
          </a:xfrm>
          <a:prstGeom prst="line">
            <a:avLst/>
          </a:prstGeom>
          <a:noFill/>
          <a:ln w="21590">
            <a:solidFill>
              <a:srgbClr val="264260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9226296" y="551383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B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226296" y="571500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3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Redux auth state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658368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A6B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sign-in screen is present as UI, but the handler reports it is not connected yet.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CartLoom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CartLoom | Platform Overview</dc:title>
  <dc:subject>CartLoom architecture, technology, security, user flow, and roles</dc:subject>
  <dc:creator>CartLoom</dc:creator>
  <cp:lastModifiedBy>CartLoom</cp:lastModifiedBy>
  <cp:revision>1</cp:revision>
  <dcterms:created xsi:type="dcterms:W3CDTF">2026-10-21T14:01:59Z</dcterms:created>
  <dcterms:modified xsi:type="dcterms:W3CDTF">2026-10-21T14:01:59Z</dcterms:modified>
</cp:coreProperties>
</file>